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equipo. Somos el equipo de datos de un proveedor de nube. Objetivo: ingestar, limpiar, conformar y publicar datos para analítica de FinOps, Soporte y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organización exige near real-time y batch. Los datos vienen sucios y con schema evolution: ese es el problema central que resuelve el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Tecnologías del enunciado: PySpark en Colab, Parquet como formato intermedio, AstraDB como serving. La carga usa foreachBatch con el driver astrapy.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Recorrido: Landing inmutable, Bronze estandariza, Silver conforma y enriquece, Gold publica marts, Astra sirve. Lo que falla las reglas de calidad va a quarantine, nunca se descarta.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 de Lambda sobre Kappa: los maestros son batch por naturaleza; Kappa agrega complejidad sin frescura 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mantiene el grano de la fuente con tres garantías: tipos explícitos, dedupe, trazabilidad. Mostrar en el video un StructType y el conteo de bronze.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más técnico: watermark, dedupe, checkpoint y el manejo de schema evolution. En el video, mostrar el stream corriendo y la salida de micro-lotes.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R1-R3 (verificar contra el notebook antes de presentar), quarantine auditable y flag de anomalías p99x3. Datos malos también son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es donde los datos se vuelven confiables y con contexto de negocio. Mostrar en el video un display del silver enriquecido.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mart por pregunta de negocio, cubriendo FinOps, Soporte y Producto/GenAI como pide el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Modelado query-first y los problemas reales resueltos: timeouts de la Data API, clustering con astrapy, golds vacíos. Demostrar idempotencia re-ejecutando la carga en el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central de la demo: cada consulta conecta con el dashboard que respalda. La #2 devuelve el rango desde Cassandra y el top-N se arma en cliente, como haría una herramienta de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Trade-offs conscientes documentados en el decision_log. Este es el bloque de 'profundidad' de la rúbrica.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tres mejoras futuras y agradecimiento. Total del video hasta acá: ~18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Final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de Datos II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ISTEA · 1er Cuatrimestre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Dugo · Cristian Lo Giudice · Rodolfo Berrone · Santiago Ham Saguier · Andrea Romeo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 de clientes cloud que deben convertirse en analítica confiable para tres áreas.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diarios por servicio, revenue mensual, anomalías de gasto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por severidad, tasa de SLA breach, CSAT promedio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64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/ GenAI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consumidos y costo estimado del servicio GenAI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capacidades exigidas: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para métricas operativas (uso, costos incrementales) y batch diario/mensual para maestros (CRM) y facturación.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aterrizan con nulos, tipos ambiguos, anomalías y una evolución de esquema a mitad del histórico (aparecen carbon_kg y genai_tokens).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172261"/>
            <a:ext cx="261518" cy="261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33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en Google Colab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353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procesamiento batch y Structured Streaming, sin infraestructura propia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13238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9933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particionado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231343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intermedio gestionado por Spark en todas las zonas del lake (date= / service=)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0925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535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AstraDB (Cassandra)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0160" y="3273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serving: keyspace default_keyspace, tablas query-first para dashboards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05262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9136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astrapy + foreachBatch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280160" y="42336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los marts Gold a Cassandra con driver Python y upserts idempotentes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data lake por zonas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23444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34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maestros + billing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301752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017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stream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uso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29844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30815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627632"/>
            <a:ext cx="822960" cy="7772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11680" y="3401568"/>
            <a:ext cx="822960" cy="-7772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2057400"/>
            <a:ext cx="146304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20574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explícitos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ingest_ts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70248" y="2532888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2057400"/>
            <a:ext cx="146304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0574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+ joins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61888" y="2532888"/>
            <a:ext cx="192024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2200" y="2057400"/>
            <a:ext cx="146304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0574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marts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80960" y="2532888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30768" y="1920240"/>
            <a:ext cx="914" cy="91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3657600"/>
            <a:ext cx="914" cy="91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6992" y="201168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165592" y="212140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231136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936992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AstraDB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12080" y="3035808"/>
            <a:ext cx="0" cy="502920"/>
          </a:xfrm>
          <a:prstGeom prst="line">
            <a:avLst/>
          </a:prstGeom>
          <a:noFill/>
          <a:ln w="19050">
            <a:solidFill>
              <a:srgbClr val="B85042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572000" y="36118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3611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(raw inmutable): los archivos originales nunca se modifican. Formato intermedio: Parquet particionado por date= y service=.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 arquitectónico: Lambda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 ✓ elegido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7 CSV de maestros, facturación y NPS — datos naturalmente periódicos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usage_events_stream con ventanas, watermark y upserts idempotentes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se procesa con la semántica que le corresponde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 descartado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Obligaría a tratar CRM y billing como streams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extra de re-stream/backfill sin ganancia: los maestros cambian a ritmo diario/mensual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aporta frescura donde el negocio no la pide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requisito mínimo del enunciado (streaming de eventos + batch de maestros/facturación) alineando cada dato con su cadencia natural.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Bronze: raw estándar y trazable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217981"/>
            <a:ext cx="261518" cy="261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78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explícitos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3990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StructType a mano para las 8 fuentes — nunca inferSchema. La inferencia es no determinística con tipos ambiguos; value queda String en Bronze y se castea con fallback en Silver.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4067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67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por clave natural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80160" y="258775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invoice_id, ticket_id, org_id… cada CSV se deduplica en su grano de origen; los eventos, por event_id.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59542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456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de ingesta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0160" y="377647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 y source_file en cada fila: linaje completo desde el archivo original hasta el mart final.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Bronze preserva, no interpreta — mismo grano que la fuente, con garantías mínimas de tipo y unicidad.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Streaming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usage_events_stream/*.jsonl — micro-lotes por directorio, esquema explícito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2B356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2 días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late data hasta 48 h antes de cerrar la ventana — balance entre completitud y estado en memoria.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2B3568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por event_id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dropDuplicates dentro de la ventana: reprocesar un archivo no duplica eventos.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2B356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stream retoma desde donde quedó — base de la idempotencia de toda la ruta caliente.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069080" cy="1463040"/>
          </a:xfrm>
          <a:prstGeom prst="roundRect">
            <a:avLst>
              <a:gd name="adj" fmla="val 5000"/>
            </a:avLst>
          </a:prstGeom>
          <a:solidFill>
            <a:srgbClr val="2B3568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v1 / v2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5661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schema_version nulo → 1; carbon_kg y genai_tokens opcionales con coalesce a 0. Ambas versiones conviven en las mismas tablas.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datos y quarantine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explícitas que bifurcan el flujo: lo válido avanza a Silver, lo inválido queda auditable.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48132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no nulo y único por ventana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60520" y="148132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cost_usd_increment ∈ [−0.01, +∞)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995160" y="148132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no nulo cuando value no nulo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en Parquet aparte: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que fallan no se descartan — quedan con motivo de rechazo para auditoría y corrección.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de costo (p99 × 3):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incremento que supera 3 veces el percentil 99 se flaggea como cost_spike. No se elimina: puede ser error o un cliente que explotó en consumo — decide el analista con el mart de anomalías.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Compatibilización de tipos: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llega como string → cast a double con fallback; schema_version se normaliza (nulo = v1).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Silver: conformado y enriquecido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Números, fechas y catálogos de regiones/servicios unificados; nulos y outliers tratados con reglas documentadas.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109728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498348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2984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de eventos con customers_orgs y resources: cada evento conoce industria, región y plan del tenant.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0815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calculadas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8580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daily_cost_usd por org/servicio, requests, cpu_hours, storage_gb_hours, genai_tokens, carbon_kg + flags de anomalía.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00600" y="28803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498348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1729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0815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de negocio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2920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Tickets: ticket_date e is_critical (high/critical). Billing: revenue_usd = (subtotal − créditos + impuestos) × FX.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Gold: 5 marts de negocio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4297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Grano y contenido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org_daily_usage_by_service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× día × servicio → costos, requests, cpu, storage, eventos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revenue_by_org_month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× mes → revenue USD con créditos, impuestos y FX aplicado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cost_anomaly_mart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× día × servicio → score y flag de spike (p99 ×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tickets_by_org_date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× día × severidad → counts, críticos, SLA breach rate, CSAT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genai_tokens_by_org_date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× día → total de tokens y costo estimado GenAI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Particionados por usage_date o month — el mismo eje por el que se consultan. Cada mart responde una de las 5 consultas mínimas.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en AstraDB: query-first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las consultas, después las tablas. 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tablas particionan por org_id con clustering por fecha: cada consulta del enunciado pega en una sola partición — exactamente donde Cassandra rinde.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56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con foreachBatch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micro-lote Gold se inserta vía astrapy. Checkpoints separados por tabla (checkpoints/serving_*).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7373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856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resueltos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insert_many con chunk_size=10, concurrency=1 y reintento ante DataAPITimeoutException.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compuesto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tickets_by_org_date ordena por (ticket_date, severity) vía add_partition_sort — astrapy solo acepta dirección 1/−1.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32004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 vacíos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mart queda sin filas no hay .parquet: la carga lo saltea y evita UNABLE_TO_INFER_SCHEMA.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end-to-end: checkpoints + claves naturales + upserts. Re-ejecutar la carga no cambia los conteos.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5 consultas sobre AstraDB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requests diarios por org y servicio en un rango de fechas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75120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operativo FinOps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servicios por costo acumulado — últimos 14 días de una org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0" y="17556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gasto por servicio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054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críticos y tasa de SLA breach por día — últimos 30 días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75120" y="25054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Soporte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2552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mensual con créditos e impuestos, normalizado a USD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32552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facturación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599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0050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GenAI y costo estimado por día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40050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del producto GenAI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 en vivo en la CQL Console — CQL y capturas en final/cql y final/evidencias.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y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172261"/>
            <a:ext cx="261518" cy="261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33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sobre Kappa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280160" y="1344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maestros son batch por naturaleza; el streaming se reserva para donde el negocio pide frescura.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13238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993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a mano sobre inferencia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280160" y="2304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Cambiamos velocidad de desarrollo por determinismo: el pipeline se comporta igual en cada corrida.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0925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53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sobre descarte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280160" y="32644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malos también son información: quedan auditables con su motivo de rechazo.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05262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sobre eliminación de outliers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280160" y="4224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spike puede ser error o consumo real: se marca (p99 × 3) y decide el analista, no el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4440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las reglas propias a un framework de expectativas con reporting automático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58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con Airflow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3444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el batch diario/mensual con reintentos y alertas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01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172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en Grafana / Superset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3444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directa sobre las tablas de Astra que ya responden las 5 consultas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repo: github.com/javi2481/mineria-ii-parcial-final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Provider Analytics — Entrega Final Minería de Datos II</dc:title>
  <dc:subject>PptxGenJS Presentation</dc:subject>
  <dc:creator>PptxGenJS</dc:creator>
  <cp:lastModifiedBy>PptxGenJS</cp:lastModifiedBy>
  <cp:revision>1</cp:revision>
  <dcterms:created xsi:type="dcterms:W3CDTF">2026-07-07T19:03:40Z</dcterms:created>
  <dcterms:modified xsi:type="dcterms:W3CDTF">2026-07-07T19:03:40Z</dcterms:modified>
</cp:coreProperties>
</file>